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T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03"/>
    <p:restoredTop sz="95755"/>
  </p:normalViewPr>
  <p:slideViewPr>
    <p:cSldViewPr snapToGrid="0">
      <p:cViewPr>
        <p:scale>
          <a:sx n="52" d="100"/>
          <a:sy n="52" d="100"/>
        </p:scale>
        <p:origin x="156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8A6F4-5A86-FF1D-35DF-F9B905103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7C384F-0E2E-1113-6618-6029D00E0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62191-05A9-1F67-80C1-28E5FF03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AD94-5840-5E48-8408-3773CF6073ED}" type="datetimeFigureOut">
              <a:rPr lang="en-TH" smtClean="0"/>
              <a:t>1/5/2023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CBCC-7D1A-DE19-7D19-26C6FA98E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43455-383A-C6CC-39A7-135DF284B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C8E6-D94E-E84D-A0D5-66BDAEC8F0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52306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7B5B-9F6A-7E9C-B86A-34C66BEA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5C0B0-068C-F2B1-FF50-8A4E389C7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F0427-4665-BE07-62BB-818DDC61B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AD94-5840-5E48-8408-3773CF6073ED}" type="datetimeFigureOut">
              <a:rPr lang="en-TH" smtClean="0"/>
              <a:t>1/5/2023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A6023-5DE3-4545-B6CD-323E111E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0590-DDA5-40EC-31A4-F252113B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C8E6-D94E-E84D-A0D5-66BDAEC8F0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755004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D3139-0316-7CAD-391C-9239C817B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588B3-0A73-386E-5EAF-794D1808F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77B06-D1BB-60B4-77EA-80A3E5703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AD94-5840-5E48-8408-3773CF6073ED}" type="datetimeFigureOut">
              <a:rPr lang="en-TH" smtClean="0"/>
              <a:t>1/5/2023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512BE-24F4-E5F9-D6B6-4070F5D6F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9FA23-4493-00AF-0268-3B305E9AD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C8E6-D94E-E84D-A0D5-66BDAEC8F0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58067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261E-1B8A-A726-BC91-E69A96A71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6BFF1-3F0C-1A14-D8FC-840BD6894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52699-C3BE-80A9-B231-341ED46196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62EE8-AB92-E895-1A69-825CBAD94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AD94-5840-5E48-8408-3773CF6073ED}" type="datetimeFigureOut">
              <a:rPr lang="en-TH" smtClean="0"/>
              <a:t>1/5/2023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046DF-D738-1CFE-DB89-4B99E5446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E669F-D786-8DA4-3E27-862AD210F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C8E6-D94E-E84D-A0D5-66BDAEC8F0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77957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3AC7B-CEB3-685B-F0F0-0E0079DE5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43DFE-2069-D4A0-E8A5-BA3B747C6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28E8B-69E3-A1A8-15F0-E0F1EFE23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0670F-E0DE-2CF1-41D4-FAD901A227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D8FA56-7DE8-05C1-DE17-68C66901A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5EDF9-4E74-F9F9-0029-414160A5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AD94-5840-5E48-8408-3773CF6073ED}" type="datetimeFigureOut">
              <a:rPr lang="en-TH" smtClean="0"/>
              <a:t>1/5/2023 R</a:t>
            </a:fld>
            <a:endParaRPr lang="en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7BE37F-401B-CABD-1832-3E8240468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427CB-7988-9691-8810-369B2B5E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C8E6-D94E-E84D-A0D5-66BDAEC8F0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3691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2DD54-7B4E-2838-37A3-22CA64C09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9BC646-A430-C202-6B8B-BEE39272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AD94-5840-5E48-8408-3773CF6073ED}" type="datetimeFigureOut">
              <a:rPr lang="en-TH" smtClean="0"/>
              <a:t>1/5/2023 R</a:t>
            </a:fld>
            <a:endParaRPr lang="en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E2398-FA3F-23F6-7217-01C6F748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F192E-DFD7-600F-87A7-E1EE7E3A0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C8E6-D94E-E84D-A0D5-66BDAEC8F0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3672651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B240D-58F8-77F2-F996-F84FC9257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AD94-5840-5E48-8408-3773CF6073ED}" type="datetimeFigureOut">
              <a:rPr lang="en-TH" smtClean="0"/>
              <a:t>1/5/2023 R</a:t>
            </a:fld>
            <a:endParaRPr lang="en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D2B54-2578-C582-DC46-26A53B8C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38FFA-2DF5-7606-DC72-CE4E09F60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C8E6-D94E-E84D-A0D5-66BDAEC8F0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973929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B12BA-225B-1EB1-D6E7-261BBE193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E85DF-9A0F-9FCC-005B-0AFE13208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E7804C-C756-E9A7-5D4E-C53280FE9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E21B8A-DB86-9B0D-EA8D-2E0B17E1D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AD94-5840-5E48-8408-3773CF6073ED}" type="datetimeFigureOut">
              <a:rPr lang="en-TH" smtClean="0"/>
              <a:t>1/5/2023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BCA27-FCFF-FB61-0B98-F851B5C27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4C469-3A44-8F90-1E70-2DE45861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C8E6-D94E-E84D-A0D5-66BDAEC8F0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19654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B7091-A037-8A90-7EF0-190400BA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3A235F-0E7D-72AD-F9B5-C1EE1734F7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61B310-2871-4E08-F7DF-F9D311B79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557D4-7BBB-06AD-D404-D2085DB9A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AD94-5840-5E48-8408-3773CF6073ED}" type="datetimeFigureOut">
              <a:rPr lang="en-TH" smtClean="0"/>
              <a:t>1/5/2023 R</a:t>
            </a:fld>
            <a:endParaRPr lang="en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EDEA1-1905-0B4F-332E-2DB15C12A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9890B-46CA-06E5-7987-654E3EA77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C8E6-D94E-E84D-A0D5-66BDAEC8F0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10057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EC73-A702-3103-1B60-A3DF99E9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6C42A-E0CA-A65C-09FA-6FF74388A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E1DB2-D827-32C4-0893-A2F3136E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AD94-5840-5E48-8408-3773CF6073ED}" type="datetimeFigureOut">
              <a:rPr lang="en-TH" smtClean="0"/>
              <a:t>1/5/2023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7348C-388B-A979-9969-0C02C843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BD5A8-00B0-6876-B123-D623A2F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C8E6-D94E-E84D-A0D5-66BDAEC8F0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843180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D22AF-FE75-3F23-D8EA-36B37900F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29A3F-12A5-4335-BC64-AD81DD9CA0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BD22-BA0F-4071-7BA0-5A9FDC16E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AD94-5840-5E48-8408-3773CF6073ED}" type="datetimeFigureOut">
              <a:rPr lang="en-TH" smtClean="0"/>
              <a:t>1/5/2023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78D74-6CF1-8241-F449-8E055171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B0093-244E-7EA0-5760-48F27FCC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BBC8E6-D94E-E84D-A0D5-66BDAEC8F0B7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2572409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B920AA-D3CE-F695-6E47-54AF87BCE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89E86-1754-B54B-213F-A6348A2AB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6CBDE-2751-2ABC-D9A4-032BE38B10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honburi" pitchFamily="2" charset="-34"/>
                <a:cs typeface="Thonburi" pitchFamily="2" charset="-34"/>
              </a:defRPr>
            </a:lvl1pPr>
          </a:lstStyle>
          <a:p>
            <a:fld id="{65DFAD94-5840-5E48-8408-3773CF6073ED}" type="datetimeFigureOut">
              <a:rPr lang="en-TH" smtClean="0"/>
              <a:pPr/>
              <a:t>1/5/2023 R</a:t>
            </a:fld>
            <a:endParaRPr lang="en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EFE05-262B-4CF6-CA5A-E3E321022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honburi" pitchFamily="2" charset="-34"/>
                <a:cs typeface="Thonburi" pitchFamily="2" charset="-34"/>
              </a:defRPr>
            </a:lvl1pPr>
          </a:lstStyle>
          <a:p>
            <a:endParaRPr lang="en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3D6AE-682F-5D6F-C697-A62199A27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honburi" pitchFamily="2" charset="-34"/>
                <a:cs typeface="Thonburi" pitchFamily="2" charset="-34"/>
              </a:defRPr>
            </a:lvl1pPr>
          </a:lstStyle>
          <a:p>
            <a:fld id="{1ABBC8E6-D94E-E84D-A0D5-66BDAEC8F0B7}" type="slidenum">
              <a:rPr lang="en-TH" smtClean="0"/>
              <a:pPr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49289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honburi" pitchFamily="2" charset="-34"/>
          <a:ea typeface="+mj-ea"/>
          <a:cs typeface="Thonburi" pitchFamily="2" charset="-34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honburi" pitchFamily="2" charset="-34"/>
          <a:ea typeface="+mn-ea"/>
          <a:cs typeface="Thonburi" pitchFamily="2" charset="-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honburi" pitchFamily="2" charset="-34"/>
          <a:ea typeface="+mn-ea"/>
          <a:cs typeface="Thonburi" pitchFamily="2" charset="-34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honburi" pitchFamily="2" charset="-34"/>
          <a:ea typeface="+mn-ea"/>
          <a:cs typeface="Thonburi" pitchFamily="2" charset="-34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onburi" pitchFamily="2" charset="-34"/>
          <a:ea typeface="+mn-ea"/>
          <a:cs typeface="Thonburi" pitchFamily="2" charset="-34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onburi" pitchFamily="2" charset="-34"/>
          <a:ea typeface="+mn-ea"/>
          <a:cs typeface="Thonburi" pitchFamily="2" charset="-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alculator and notepad">
            <a:extLst>
              <a:ext uri="{FF2B5EF4-FFF2-40B4-BE49-F238E27FC236}">
                <a16:creationId xmlns:a16="http://schemas.microsoft.com/office/drawing/2014/main" id="{9F7C2F2B-5384-609F-78A6-260068436B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279" b="445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6F62A-546E-C5F2-0898-690290EB6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th-TH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การอบรมการใช้งานโปรแกรมอนุมัติค่าใช้จ่าย 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ONEP BUDGET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849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Qr code&#10;&#10;Description automatically generated">
            <a:extLst>
              <a:ext uri="{FF2B5EF4-FFF2-40B4-BE49-F238E27FC236}">
                <a16:creationId xmlns:a16="http://schemas.microsoft.com/office/drawing/2014/main" id="{B9AEC6D0-922A-C6DB-0B5C-8A8729A4A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330325"/>
            <a:ext cx="4191000" cy="4191000"/>
          </a:xfr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EDEF8A66-BFA5-976A-CA81-365BB6659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400" y="1330325"/>
            <a:ext cx="2944813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B166F1-ADCA-B116-B956-E3D42F91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 w="174625" cmpd="thinThick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ONEP Agent</a:t>
            </a:r>
          </a:p>
        </p:txBody>
      </p:sp>
    </p:spTree>
    <p:extLst>
      <p:ext uri="{BB962C8B-B14F-4D97-AF65-F5344CB8AC3E}">
        <p14:creationId xmlns:p14="http://schemas.microsoft.com/office/powerpoint/2010/main" val="4020317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12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Thonburi</vt:lpstr>
      <vt:lpstr>Office Theme</vt:lpstr>
      <vt:lpstr>การอบรมการใช้งานโปรแกรมอนุมัติค่าใช้จ่าย ONEP BUDGET</vt:lpstr>
      <vt:lpstr>ONEP Agent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budget  seminar</dc:title>
  <dc:creator>เฉลิมพล ปรีดารัตน์</dc:creator>
  <cp:lastModifiedBy>เฉลิมพล ปรีดารัตน์</cp:lastModifiedBy>
  <cp:revision>2</cp:revision>
  <dcterms:created xsi:type="dcterms:W3CDTF">2023-05-01T03:21:54Z</dcterms:created>
  <dcterms:modified xsi:type="dcterms:W3CDTF">2023-05-01T06:17:13Z</dcterms:modified>
</cp:coreProperties>
</file>